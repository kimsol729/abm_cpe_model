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7" r:id="rId4"/>
    <p:sldId id="261" r:id="rId5"/>
    <p:sldId id="258" r:id="rId6"/>
    <p:sldId id="262" r:id="rId7"/>
    <p:sldId id="259" r:id="rId8"/>
    <p:sldId id="263" r:id="rId9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61"/>
    <p:restoredTop sz="94130"/>
  </p:normalViewPr>
  <p:slideViewPr>
    <p:cSldViewPr snapToGrid="0">
      <p:cViewPr>
        <p:scale>
          <a:sx n="84" d="100"/>
          <a:sy n="84" d="100"/>
        </p:scale>
        <p:origin x="1184" y="-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EF498-A34F-6DCD-54C3-4DFA6999BF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7059BE-A68F-81E0-08EA-6F75EE3D2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77E93-C4CD-7436-F140-880B05633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D1957-9459-664C-A877-52B739BBBBEE}" type="datetimeFigureOut">
              <a:rPr lang="en-KR" smtClean="0"/>
              <a:t>6/19/25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BC3A4-FC5A-A482-597F-749F3481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BC8BA-EA13-7143-A4C9-1173D7B30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60BD1-DF3A-234D-B0DF-AF0B2A49795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99329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6901-3AA2-CD40-5D05-46E887242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11D14-EA94-A90D-23C5-39EEF73E0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683CC-C748-A4B0-BFDB-76ED58158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D1957-9459-664C-A877-52B739BBBBEE}" type="datetimeFigureOut">
              <a:rPr lang="en-KR" smtClean="0"/>
              <a:t>6/19/25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A78B4-D415-5CE9-3448-F0429A702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F059A-E49D-8E7E-324E-EA122B6B1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60BD1-DF3A-234D-B0DF-AF0B2A49795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66246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4E67F-1339-E978-C25F-D0CDF4426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4B493-14A3-11A0-943C-2844698CD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56E92-70D6-5110-5F47-E2584357C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D1957-9459-664C-A877-52B739BBBBEE}" type="datetimeFigureOut">
              <a:rPr lang="en-KR" smtClean="0"/>
              <a:t>6/19/25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BF759-991C-CD11-04A5-25B8D5848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671E9-63C1-4A9D-3539-4258EEA7B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60BD1-DF3A-234D-B0DF-AF0B2A49795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71222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A56DD-7079-8C9B-1B7C-54C168610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475A7-A0E3-0F1C-F7DC-2BF13C8D90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AD0B0-AA0E-A97B-A8B9-8A06501DB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B08AB-725D-0330-D895-A762E04A3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D1957-9459-664C-A877-52B739BBBBEE}" type="datetimeFigureOut">
              <a:rPr lang="en-KR" smtClean="0"/>
              <a:t>6/19/25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5F35A-FDA0-C6EF-C394-C35A57BE0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448A1-B2D1-A228-E97A-AC6A9A71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60BD1-DF3A-234D-B0DF-AF0B2A49795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09306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68BE6-488D-1BD0-8479-E5C72F7E5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D1DD8-BDD2-3D26-AFEA-15627D567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7CFACB-DC9F-6302-E704-06FA58C9A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D114C0-286C-78F9-7F57-AB375599D6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46943B-74F7-D290-2408-51194CDF24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D9DB4D-A4D0-FEF0-9565-2F5D7358B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D1957-9459-664C-A877-52B739BBBBEE}" type="datetimeFigureOut">
              <a:rPr lang="en-KR" smtClean="0"/>
              <a:t>6/19/25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F37AFC-8C4A-607D-4274-8CDF20D41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EA9136-5121-CFCF-90B5-BEF442FE1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60BD1-DF3A-234D-B0DF-AF0B2A49795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98117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C263B-152D-C5DB-E48E-DFC0F8FCA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8DB914-1136-78DF-1637-5D90F4D6D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D1957-9459-664C-A877-52B739BBBBEE}" type="datetimeFigureOut">
              <a:rPr lang="en-KR" smtClean="0"/>
              <a:t>6/19/25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8EE30-1784-57C5-8379-A243BE179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AFCE4F-F7C2-302A-4646-E790A637E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60BD1-DF3A-234D-B0DF-AF0B2A49795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03790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6C2B4F-9713-F1C0-CBE5-2B3A5F3D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D1957-9459-664C-A877-52B739BBBBEE}" type="datetimeFigureOut">
              <a:rPr lang="en-KR" smtClean="0"/>
              <a:t>6/19/25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6AE477-02E4-7915-2DCD-93613B2B6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EEB8C-63C5-C7C7-9D31-71B869D79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60BD1-DF3A-234D-B0DF-AF0B2A49795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23104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3B2B3-B3C4-3AE2-46EE-A80967FD5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C7684-7735-031C-C082-8F7EAF4C0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D9DB5B-AF39-4AEB-46AD-66B068484E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44111A-261B-BC9E-E7F0-483286237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D1957-9459-664C-A877-52B739BBBBEE}" type="datetimeFigureOut">
              <a:rPr lang="en-KR" smtClean="0"/>
              <a:t>6/19/25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7FE66-335C-9EB5-D0E6-CE5CC826E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53D6E-AEE5-410A-C985-5765F5910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60BD1-DF3A-234D-B0DF-AF0B2A49795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18540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11B52-F8B8-3264-EE43-56E354AD0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6267FB-3CFA-55D1-2270-590FD73B76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BA7BC4-73C3-55F3-E9AB-9B2EA5CB5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1AE5D-7654-38BF-D199-0372B9194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D1957-9459-664C-A877-52B739BBBBEE}" type="datetimeFigureOut">
              <a:rPr lang="en-KR" smtClean="0"/>
              <a:t>6/19/25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BC034-DD50-A5D6-1DB8-7C4F70E78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80D700-B5EC-BD4C-5F3F-5BD36DFE6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60BD1-DF3A-234D-B0DF-AF0B2A49795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0625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107DC-501E-FB8C-6403-849279992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391AE2-7A4D-E812-4E15-AA92CDF5C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1D05C-0E59-6920-41B1-D6BCEA26C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D1957-9459-664C-A877-52B739BBBBEE}" type="datetimeFigureOut">
              <a:rPr lang="en-KR" smtClean="0"/>
              <a:t>6/19/25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402AB-B1A0-1D45-B849-56C986108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784D4-EA63-EF11-7C3D-061C301A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60BD1-DF3A-234D-B0DF-AF0B2A49795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1547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55055F-2EEA-1D8F-DDDE-6402F8AFE7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66804E-7955-50FC-CD08-81031C1FD7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B38C2-6D39-474C-E616-44FFCA343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D1957-9459-664C-A877-52B739BBBBEE}" type="datetimeFigureOut">
              <a:rPr lang="en-KR" smtClean="0"/>
              <a:t>6/19/25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6EF1F-685C-58CB-1773-03512F004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1AEA4-14BF-F9EA-12F8-A6A3E1B63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60BD1-DF3A-234D-B0DF-AF0B2A49795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33906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225C76-EAED-8BBC-FD8C-6E2A1C199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B9B7D-4B40-7C9B-7ECC-42655E295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C2A67-B3DF-8638-2086-A03F3BDC5D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7D1957-9459-664C-A877-52B739BBBBEE}" type="datetimeFigureOut">
              <a:rPr lang="en-KR" smtClean="0"/>
              <a:t>6/19/25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9E381-B5A4-B389-1274-C18800C2EA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A9717-609E-58DB-838E-18C6A5BA8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A60BD1-DF3A-234D-B0DF-AF0B2A49795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66210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19748-9221-5D1E-CB01-76EA5CAB17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KR" dirty="0"/>
              <a:t>CRE Intervention Result</a:t>
            </a:r>
            <a:br>
              <a:rPr lang="en-KR" dirty="0"/>
            </a:br>
            <a:r>
              <a:rPr lang="en-KR" sz="2800" b="1" dirty="0"/>
              <a:t>visualization</a:t>
            </a:r>
            <a:endParaRPr lang="en-KR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479205-1E68-C75B-21E4-6651B3EA9A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KR" dirty="0"/>
              <a:t>2025.06.20</a:t>
            </a:r>
          </a:p>
        </p:txBody>
      </p:sp>
    </p:spTree>
    <p:extLst>
      <p:ext uri="{BB962C8B-B14F-4D97-AF65-F5344CB8AC3E}">
        <p14:creationId xmlns:p14="http://schemas.microsoft.com/office/powerpoint/2010/main" val="312282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919633-7717-16CF-396E-A314E2711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11" y="411615"/>
            <a:ext cx="11376177" cy="63510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ACD0E2-3CD7-62CF-09BF-85741CBA03E6}"/>
              </a:ext>
            </a:extLst>
          </p:cNvPr>
          <p:cNvSpPr txBox="1"/>
          <p:nvPr/>
        </p:nvSpPr>
        <p:spPr>
          <a:xfrm>
            <a:off x="259492" y="152039"/>
            <a:ext cx="3005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Handwash rate (20</a:t>
            </a:r>
            <a:r>
              <a:rPr lang="en-US" altLang="ko-KR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  <a:r>
              <a:rPr lang="en-KR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-20</a:t>
            </a:r>
            <a:r>
              <a:rPr lang="en-US" altLang="ko-KR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</a:t>
            </a:r>
            <a:r>
              <a:rPr lang="en-KR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1FD90D-9B30-33FA-ADCD-59D7F5BEDD4E}"/>
              </a:ext>
            </a:extLst>
          </p:cNvPr>
          <p:cNvSpPr txBox="1"/>
          <p:nvPr/>
        </p:nvSpPr>
        <p:spPr>
          <a:xfrm>
            <a:off x="6378938" y="203503"/>
            <a:ext cx="144035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KR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35165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7C2AD7-E047-821F-34B4-846F0F4CA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125" y="423203"/>
            <a:ext cx="10681470" cy="60115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73C301-8820-0149-979F-659FF4B24F4F}"/>
              </a:ext>
            </a:extLst>
          </p:cNvPr>
          <p:cNvSpPr txBox="1"/>
          <p:nvPr/>
        </p:nvSpPr>
        <p:spPr>
          <a:xfrm>
            <a:off x="259492" y="152039"/>
            <a:ext cx="3005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Handwash rate (2021-2023)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A2B127-3549-47E1-3774-A6958A879F7E}"/>
              </a:ext>
            </a:extLst>
          </p:cNvPr>
          <p:cNvSpPr txBox="1"/>
          <p:nvPr/>
        </p:nvSpPr>
        <p:spPr>
          <a:xfrm>
            <a:off x="3716215" y="250395"/>
            <a:ext cx="561535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KR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95942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6FFD1B-25F5-762F-C7B1-2CF969B46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29" y="267652"/>
            <a:ext cx="11654686" cy="65903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75D839-5189-FBC5-1576-FCAA460706B6}"/>
              </a:ext>
            </a:extLst>
          </p:cNvPr>
          <p:cNvSpPr txBox="1"/>
          <p:nvPr/>
        </p:nvSpPr>
        <p:spPr>
          <a:xfrm>
            <a:off x="6496168" y="156611"/>
            <a:ext cx="144035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KR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8D3847-604D-F7CA-20C7-0E6EBD883AC5}"/>
              </a:ext>
            </a:extLst>
          </p:cNvPr>
          <p:cNvSpPr txBox="1"/>
          <p:nvPr/>
        </p:nvSpPr>
        <p:spPr>
          <a:xfrm>
            <a:off x="259492" y="152039"/>
            <a:ext cx="3088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Cleaning Period </a:t>
            </a:r>
            <a:r>
              <a:rPr lang="en-KR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(20</a:t>
            </a:r>
            <a:r>
              <a:rPr lang="en-US" altLang="ko-KR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  <a:r>
              <a:rPr lang="en-KR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-20</a:t>
            </a:r>
            <a:r>
              <a:rPr lang="en-US" altLang="ko-KR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</a:t>
            </a:r>
            <a:r>
              <a:rPr lang="en-KR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94171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E56000-735D-DE60-D9F8-0074FF5A7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51" y="336290"/>
            <a:ext cx="10981897" cy="61854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18CBAC-FC3B-8005-9521-81D860E384AB}"/>
              </a:ext>
            </a:extLst>
          </p:cNvPr>
          <p:cNvSpPr txBox="1"/>
          <p:nvPr/>
        </p:nvSpPr>
        <p:spPr>
          <a:xfrm>
            <a:off x="259492" y="152039"/>
            <a:ext cx="3088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Cleaning Period </a:t>
            </a:r>
            <a:r>
              <a:rPr lang="en-KR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(20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21</a:t>
            </a:r>
            <a:r>
              <a:rPr lang="en-KR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-20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23</a:t>
            </a:r>
            <a:r>
              <a:rPr lang="en-KR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950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A13816-6151-7434-F7EB-13F40F5B8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46" y="393597"/>
            <a:ext cx="11154507" cy="63123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734F3F-E731-9E67-E66C-A3C62778CBD6}"/>
              </a:ext>
            </a:extLst>
          </p:cNvPr>
          <p:cNvSpPr txBox="1"/>
          <p:nvPr/>
        </p:nvSpPr>
        <p:spPr>
          <a:xfrm>
            <a:off x="259492" y="152039"/>
            <a:ext cx="3822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Delayed Isolation Time </a:t>
            </a:r>
            <a:r>
              <a:rPr lang="en-KR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(20</a:t>
            </a:r>
            <a:r>
              <a:rPr lang="en-US" altLang="ko-KR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  <a:r>
              <a:rPr lang="en-KR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-20</a:t>
            </a:r>
            <a:r>
              <a:rPr lang="en-US" altLang="ko-KR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</a:t>
            </a:r>
            <a:r>
              <a:rPr lang="en-KR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3AC4AC-14A5-2157-656A-529C2CE64BF3}"/>
              </a:ext>
            </a:extLst>
          </p:cNvPr>
          <p:cNvSpPr txBox="1"/>
          <p:nvPr/>
        </p:nvSpPr>
        <p:spPr>
          <a:xfrm>
            <a:off x="6635262" y="279269"/>
            <a:ext cx="157089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KR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41340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AE6352-9115-30E0-E9F4-47CE41AB7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23" y="492884"/>
            <a:ext cx="11008154" cy="62130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5F21B8-EB80-1BD8-23AF-C5618F87498E}"/>
              </a:ext>
            </a:extLst>
          </p:cNvPr>
          <p:cNvSpPr txBox="1"/>
          <p:nvPr/>
        </p:nvSpPr>
        <p:spPr>
          <a:xfrm>
            <a:off x="259492" y="152039"/>
            <a:ext cx="3822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Delayed Isolation Time </a:t>
            </a:r>
            <a:r>
              <a:rPr lang="en-KR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(20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21</a:t>
            </a:r>
            <a:r>
              <a:rPr lang="en-KR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-20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23</a:t>
            </a:r>
            <a:r>
              <a:rPr lang="en-KR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76280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981C0-8F05-43D5-6D78-BF15C674F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D3B8F-E4A3-C3B5-0CBB-282BEC3EE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164372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53</Words>
  <Application>Microsoft Macintosh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CRE Intervention Result visualization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김솔</dc:creator>
  <cp:lastModifiedBy>김솔</cp:lastModifiedBy>
  <cp:revision>2</cp:revision>
  <dcterms:created xsi:type="dcterms:W3CDTF">2025-06-19T14:32:52Z</dcterms:created>
  <dcterms:modified xsi:type="dcterms:W3CDTF">2025-06-20T01:15:31Z</dcterms:modified>
</cp:coreProperties>
</file>