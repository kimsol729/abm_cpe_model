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0"/>
    <p:restoredTop sz="94674"/>
  </p:normalViewPr>
  <p:slideViewPr>
    <p:cSldViewPr snapToGrid="0">
      <p:cViewPr>
        <p:scale>
          <a:sx n="181" d="100"/>
          <a:sy n="181" d="100"/>
        </p:scale>
        <p:origin x="108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64EEF-E862-D240-9899-B1A1D3D1416D}" type="datetimeFigureOut">
              <a:rPr lang="en-KR" smtClean="0"/>
              <a:t>3/4/25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F9A02-994F-F145-85E0-560A3C29FD4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1840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F9A02-994F-F145-85E0-560A3C29FD46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574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DDF8-34CE-C0FC-CBA6-0915BE54B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31674-76ED-9EC0-08EF-A6C44039E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CD3B5-5A0E-34A1-57D6-F9CB5B09F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6808C-CE54-A8AC-29E0-5DF1C8E0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DECFB-DCA2-8EA6-69B8-0C5DF58B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6916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C5E3-6B55-2ECB-B908-62E670DF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6D1A5-588A-CD1B-12C1-0AB30F3FF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AE802-42F5-6E32-919C-8D9385E6C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0FCB-BBEF-0D41-FBA8-4FE74FA3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BC8D-8066-7554-5F45-562C9E18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5263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91F1-4A8C-8383-D28A-5145DC1E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B074B-DF63-C80B-1FCE-8D4D51821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9AC84-567B-BB14-F3BB-2E057E2B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10701-03F4-D10C-6940-551EB02A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774F7-4A2E-E092-F772-8E26105D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2634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6F83-5939-7EC8-B060-D5B1341D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35251-0E90-8AF4-3D31-454EEE621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77366-65C4-D48F-D116-0BD6E33E3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35E87-B7EA-4DDD-25A4-6C0E0C08D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97EE4-A66D-74B6-4FB4-0E4F6B03B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E45CC-ED08-5720-7918-7A3B57BD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8028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9C7C-EC30-8DEF-9849-81355AA2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8A119-2DBA-FFF0-CF0E-3708D5FC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39379-D236-7C66-C809-606C83D8A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F5E67-413F-7486-E273-49656BCBB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61614-F699-6EBA-A14B-E65A98CFB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2C3E5B-57A5-8DA3-CE4C-A7D2CBCA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5CBFBB-9FDB-EE26-A868-51267FCA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C9983-5437-04CE-4A7B-D75761E2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6029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919C-A29A-0DED-04FD-FD4179DF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364C0-9ED4-5EBA-2E3F-3C6E855A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7F1F8-124A-4694-545A-B42365457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FBC0B-6CD1-ED1F-565B-2FE1C4CC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7123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861EE-26A0-D71C-B12C-0720420B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A09D8-FBCB-1A55-6183-003B61FC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E8690-28C4-8EB0-856E-02A346CB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0965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9B9C-CB51-E957-8F25-BE905E2B6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FEF3-3B2C-4CFE-D416-8DF180AA8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F3915-F646-C17A-C43C-4F9940772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B43CF-13E1-D778-98F1-8068CFB0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DB824-C578-C3C1-C586-1AC06E99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3686F-9F0A-AD78-A981-09909DCB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6835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5E18-8958-0657-E52F-F52F4861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3FA1B-EA16-F7CE-C20C-DDF0602B8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32865-071E-38FC-FFB4-B3DF36161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291DB-217F-689B-3061-7912E25B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15905-EAA7-5974-DDE1-5E7DD686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A361B-B314-C02A-E6F9-ACA9ED72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3185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EFC6-B8A2-FDD6-4781-75E4FC11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471BA-4B5E-196C-DF4D-833E40B96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DDBB0-F304-08E1-C379-68886007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F5B9-9ED7-D78A-E153-75F51472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12A8E-3C8F-F590-EDD7-96795DDD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9483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1A4A8-722B-1AA9-EC3F-26C3E9AAF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0A597-98A0-140F-D754-15B8B984A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840CD-E9CE-A882-97F7-A69071FC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A8278-FEAF-520C-D139-76804C88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C71A-2141-F74D-F8D7-C2FFFD66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5142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AD539-A391-E38D-710C-1176B84A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0EC3F-47CF-8EDD-5653-70F682DEC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A2E4-F578-B02F-F883-26E3459DE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DE5FA-F679-6246-88B5-3012AF4D6299}" type="datetimeFigureOut">
              <a:rPr lang="en-KR" smtClean="0"/>
              <a:t>3/4/25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6DAD3-26B7-DA7D-951D-3BE63CAEB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0FB30-B765-C90C-A101-F1F0806D3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A061E-6937-3841-9B29-458B8AFF10F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9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5490-77C7-6E8F-7711-24D8514F0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ED8E5-4E2F-2F8B-453B-DB3D14A64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49226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C433F2-B372-562F-2A29-88F1B65373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"/>
          <a:stretch/>
        </p:blipFill>
        <p:spPr>
          <a:xfrm>
            <a:off x="852268" y="907365"/>
            <a:ext cx="7772400" cy="5157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00E5C-730A-9249-278A-A8DBCA54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477" y="0"/>
            <a:ext cx="2722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4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C6A45C-F38E-55D4-02FB-5BE2E0D35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10" y="846123"/>
            <a:ext cx="7772400" cy="51657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CB5CB3-6F73-6651-E276-9E0458190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477" y="0"/>
            <a:ext cx="2722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AC7CCA-8D30-DBF4-04EF-770178E2E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33" y="839522"/>
            <a:ext cx="7772400" cy="5178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83F152-8B9B-8AC9-3A61-73E419FA0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477" y="0"/>
            <a:ext cx="2722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88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</Words>
  <Application>Microsoft Macintosh PowerPoint</Application>
  <PresentationFormat>Widescreen</PresentationFormat>
  <Paragraphs>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김솔</dc:creator>
  <cp:lastModifiedBy>김솔</cp:lastModifiedBy>
  <cp:revision>3</cp:revision>
  <dcterms:created xsi:type="dcterms:W3CDTF">2025-03-04T01:55:20Z</dcterms:created>
  <dcterms:modified xsi:type="dcterms:W3CDTF">2025-03-04T05:14:48Z</dcterms:modified>
</cp:coreProperties>
</file>